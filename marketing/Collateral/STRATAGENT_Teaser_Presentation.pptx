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365760"/>
            <a:ext cx="2286000" cy="22860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STRATAGENT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Behind Agentic Sales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World of Organizational Singularity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31920" y="3931920"/>
            <a:ext cx="12801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L. Smith  |  Strategic Sales International ApS  |  jls@strategic.dk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SOLOPRENEUR SALES PARADOX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Outgunned. Outresourced. Expected to compete anyway.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840480" cy="3108960"/>
          </a:xfrm>
          <a:prstGeom prst="rect">
            <a:avLst/>
          </a:prstGeom>
          <a:solidFill>
            <a:srgbClr val="1A0A0A"/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Up Against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buyers with 6–12 month decision cycles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committees, not individual contacts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against teams of 10, 20, 50 salespeople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signals that expire before you see them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memory between deals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508760"/>
            <a:ext cx="3840480" cy="3108960"/>
          </a:xfrm>
          <a:prstGeom prst="rect">
            <a:avLst/>
          </a:prstGeom>
          <a:solidFill>
            <a:srgbClr val="0A0A1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2148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you.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983480" y="27432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network. Your laptop. A market that doesn't wait — and until now, no institutional intelligence to back you up.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59E0B">
                    <a:alpha val="2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one person could operate with the institutional intelligence of an entire sales organization?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78892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834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Organizational Singularity.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STRATAGENT is how you get there.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1414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886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the MOONSHOTS podcast concept of Organizational Singularity — the idea that AI-native individuals can match the output of entire organizations. STRATAGENT is the operating system for that future.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AI agents. One unified intelligence operation.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463040"/>
          </a:xfrm>
          <a:prstGeom prst="rect">
            <a:avLst/>
          </a:prstGeom>
          <a:solidFill>
            <a:srgbClr val="141428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536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STRATALYST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90195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enrichment — keeps your supplier intelligence deep and current.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1463040"/>
          </a:xfrm>
          <a:prstGeom prst="rect">
            <a:avLst/>
          </a:prstGeom>
          <a:solidFill>
            <a:srgbClr val="141428"/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64008" cy="1463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536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STRATASCOUT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56432" y="190195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prospect hunter — finds companies before your competitors do.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1463040"/>
          </a:xfrm>
          <a:prstGeom prst="rect">
            <a:avLst/>
          </a:prstGeom>
          <a:solidFill>
            <a:srgbClr val="141428"/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371600"/>
            <a:ext cx="64008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291072" y="1536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STRATADAR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91072" y="190195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Watch monitor — surfaces triggers across your entire pipeline.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651760" cy="1463040"/>
          </a:xfrm>
          <a:prstGeom prst="rect">
            <a:avLst/>
          </a:prstGeom>
          <a:solidFill>
            <a:srgbClr val="141428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63240"/>
            <a:ext cx="64008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227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35935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Brief advisor — reads everything, tells you exactly what to do.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3063240"/>
            <a:ext cx="2651760" cy="1463040"/>
          </a:xfrm>
          <a:prstGeom prst="rect">
            <a:avLst/>
          </a:prstGeom>
          <a:solidFill>
            <a:srgbClr val="141428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063240"/>
            <a:ext cx="64008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456432" y="3227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STRATAGORA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56432" y="35935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— scans sectors, surfaces signals while you sleep.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3063240"/>
            <a:ext cx="2651760" cy="1463040"/>
          </a:xfrm>
          <a:prstGeom prst="rect">
            <a:avLst/>
          </a:prstGeom>
          <a:solidFill>
            <a:srgbClr val="141428"/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063240"/>
            <a:ext cx="64008" cy="14630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3227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STRATALINK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91072" y="35935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intelligence — revenue development beyond direct sales.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feeds the next. Intelligence compounds over time.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463040" cy="1645920"/>
          </a:xfrm>
          <a:prstGeom prst="rect">
            <a:avLst/>
          </a:prstGeom>
          <a:solidFill>
            <a:srgbClr val="1414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14630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435608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2075688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intelligence,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capabilities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192024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48840" y="1325880"/>
            <a:ext cx="1463040" cy="1645920"/>
          </a:xfrm>
          <a:prstGeom prst="rect">
            <a:avLst/>
          </a:prstGeom>
          <a:solidFill>
            <a:srgbClr val="141428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48840" y="1325880"/>
            <a:ext cx="146304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2221992" y="1435608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21992" y="2075688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research,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signals, SD score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0" y="192024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40480" y="1325880"/>
            <a:ext cx="1463040" cy="1645920"/>
          </a:xfrm>
          <a:prstGeom prst="rect">
            <a:avLst/>
          </a:prstGeom>
          <a:solidFill>
            <a:srgbClr val="141428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0" y="1325880"/>
            <a:ext cx="146304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3913632" y="1435608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13632" y="2075688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monitoring,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0" y="192024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532120" y="1325880"/>
            <a:ext cx="1463040" cy="1645920"/>
          </a:xfrm>
          <a:prstGeom prst="rect">
            <a:avLst/>
          </a:prstGeom>
          <a:solidFill>
            <a:srgbClr val="14142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32120" y="1325880"/>
            <a:ext cx="14630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605272" y="1435608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05272" y="2075688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message, right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— at every tier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95160" y="192024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23760" y="1325880"/>
            <a:ext cx="1463040" cy="1645920"/>
          </a:xfrm>
          <a:prstGeom prst="rect">
            <a:avLst/>
          </a:prstGeom>
          <a:solidFill>
            <a:srgbClr val="1414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1325880"/>
            <a:ext cx="14630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296912" y="1435608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96912" y="2075688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read,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actions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0" y="3291840"/>
            <a:ext cx="5029200" cy="914400"/>
          </a:xfrm>
          <a:prstGeom prst="rect">
            <a:avLst/>
          </a:prstGeom>
          <a:solidFill>
            <a:srgbClr val="0A1F16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645920" y="3291840"/>
            <a:ext cx="5029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1737360" y="33558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STRATAGORA — Market Intelligence  (feeds all modules)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3736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sectors in parallel — CAPEX, TENDER, REGULATORY, STRATEGIC_SHIFT signals surface in every Monday Brief.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2971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ACTION AT THE RIGHT MOMENT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Singularity Density — precision-timed engagement, not spray and pray.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2377440"/>
          </a:xfrm>
          <a:prstGeom prst="rect">
            <a:avLst/>
          </a:prstGeom>
          <a:solidFill>
            <a:srgbClr val="141428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72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029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SCORE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2322576"/>
            <a:ext cx="1737360" cy="27432"/>
          </a:xfrm>
          <a:prstGeom prst="rect">
            <a:avLst/>
          </a:prstGeom>
          <a:solidFill>
            <a:srgbClr val="475569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957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79776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 Active Watch.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not yet strong enough.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1417320"/>
            <a:ext cx="1920240" cy="2377440"/>
          </a:xfrm>
          <a:prstGeom prst="rect">
            <a:avLst/>
          </a:prstGeom>
          <a:solidFill>
            <a:srgbClr val="141428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33472" y="1572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33472" y="2029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SCORE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33472" y="2322576"/>
            <a:ext cx="1737360" cy="27432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633472" y="23957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SIGNAL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33472" y="2779776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only. Reference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signal. Open the door.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417320"/>
            <a:ext cx="1920240" cy="2377440"/>
          </a:xfrm>
          <a:prstGeom prst="rect">
            <a:avLst/>
          </a:prstGeom>
          <a:solidFill>
            <a:srgbClr val="1414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18304" y="1572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18304" y="2029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SCORE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18304" y="2322576"/>
            <a:ext cx="1737360" cy="27432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18304" y="23957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VALUE BRIEF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8304" y="2779776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branded brief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questions.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11696" y="1417320"/>
            <a:ext cx="1920240" cy="2377440"/>
          </a:xfrm>
          <a:prstGeom prst="rect">
            <a:avLst/>
          </a:prstGeom>
          <a:solidFill>
            <a:srgbClr val="14142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03136" y="1572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803136" y="2029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SCORE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03136" y="2322576"/>
            <a:ext cx="1737360" cy="27432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03136" y="23957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03136" y="2779776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proposal + RFQ.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precision engagement.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— Singularity Density — measures how precisely your capability meets a verified buying moment.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— YOUR AI SALES ADVISOR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Monday at 7am: a full pipeline read, delivered as a brief.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3200400"/>
          </a:xfrm>
          <a:prstGeom prst="rect">
            <a:avLst/>
          </a:prstGeom>
          <a:solidFill>
            <a:srgbClr val="1414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call.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brief.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 need.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Score (0–100)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highest-leverage actions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call this week and why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STRATAGORA market intelligence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health — what to fix first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3840480" cy="3200400"/>
          </a:xfrm>
          <a:prstGeom prst="rect">
            <a:avLst/>
          </a:prstGeom>
          <a:solidFill>
            <a:srgbClr val="0A0A1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41732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7 June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83480" y="19202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"Capitalize on strong green energy signals — Dynelectro (SD 97) and Everfuel (SD 85) are ready for a Convergence Proposal this week."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3480" y="3383280"/>
            <a:ext cx="3474720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3474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Score: 70 / 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call: Dynelectro — CAPEX signal active, approach window open now.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1: Generate Convergence Proposal for Dynelectro via Output Engine.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STRATAGORA — MARKET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you work, STRATAGORA watches your markets for signals that create opportunities.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234440"/>
          </a:xfrm>
          <a:prstGeom prst="rect">
            <a:avLst/>
          </a:prstGeom>
          <a:solidFill>
            <a:srgbClr val="141428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910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0195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investment decisions at target companies — a spending window is open.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51760" cy="1234440"/>
          </a:xfrm>
          <a:prstGeom prst="rect">
            <a:avLst/>
          </a:prstGeom>
          <a:solidFill>
            <a:srgbClr val="141428"/>
          </a:solidFill>
          <a:ln w="12700">
            <a:solidFill>
              <a:srgbClr val="0EA5E9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463040"/>
            <a:ext cx="26517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5910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90195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tenders and procurement notices before they close.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651760" cy="1234440"/>
          </a:xfrm>
          <a:prstGeom prst="rect">
            <a:avLst/>
          </a:prstGeom>
          <a:solidFill>
            <a:srgbClr val="141428"/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46304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5910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90195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rules and compliance requirements that create urgent purchasing needs.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51760" cy="1234440"/>
          </a:xfrm>
          <a:prstGeom prst="rect">
            <a:avLst/>
          </a:prstGeom>
          <a:solidFill>
            <a:srgbClr val="141428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540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TREND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36499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Industry-wide movements that shift buying priorities across your pipeline.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51760" cy="1234440"/>
          </a:xfrm>
          <a:prstGeom prst="rect">
            <a:avLst/>
          </a:prstGeom>
          <a:solidFill>
            <a:srgbClr val="141428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92608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0540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CHANGE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36499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decision-makers = new priorities. A change is a door.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651760" cy="1234440"/>
          </a:xfrm>
          <a:prstGeom prst="rect">
            <a:avLst/>
          </a:prstGeom>
          <a:solidFill>
            <a:srgbClr val="141428"/>
          </a:solidFill>
          <a:ln w="12700">
            <a:solidFill>
              <a:srgbClr val="F97316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26080"/>
            <a:ext cx="26517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0540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SHIFT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36499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Acquisitions, expansions, pivots — companies in motion need solutions.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CRM. Not another prospecting tool. Something new.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3291840"/>
          </a:xfrm>
          <a:prstGeom prst="rect">
            <a:avLst/>
          </a:prstGeom>
          <a:solidFill>
            <a:srgbClr val="1414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2286000" cy="36576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225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Capability-First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779776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what you can genuinely deliver, not a contact list. STRATAGENT matches your capabilities to verified market needs — so every approach is grounded in real value.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51760" cy="3291840"/>
          </a:xfrm>
          <a:prstGeom prst="rect">
            <a:avLst/>
          </a:prstGeom>
          <a:solidFill>
            <a:srgbClr val="141428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600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3474720" y="2212848"/>
            <a:ext cx="2286000" cy="36576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3225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Compounds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779776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research run, every deal, every signal makes the system smarter. Your institutional knowledge grows with every interaction — unlike a CRM that just stores records.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51760" cy="3291840"/>
          </a:xfrm>
          <a:prstGeom prst="rect">
            <a:avLst/>
          </a:prstGeom>
          <a:solidFill>
            <a:srgbClr val="14142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600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6309360" y="2212848"/>
            <a:ext cx="2286000" cy="36576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3225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Operator. Full Coverage.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2779776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agents work in parallel across your entire pipeline 24/7. You get the output of a full sales intelligence operation — without the overhead of one.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— 10 supplier profiles, auto-enrichment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Intelligence — buying signal research, SD scoring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Watch — STRATADAR trigger monitoring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9751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Engine — tiered proposals at SD 60 / 75 / 90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STRATASCOUT — proactive prospect hunting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8163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STRATALINK — affiliate revenue intelligence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2369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STRATAGORA — live market signal scanning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— Monday Brief, pipeline score, top actions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594360"/>
            <a:ext cx="45720" cy="3520440"/>
          </a:xfrm>
          <a:prstGeom prst="rect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6858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STRATFORGE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987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Product/service ideation from capability x market signals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16459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STRATMESH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947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and network intelligence layer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0" y="26060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907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local to hosted — migration in progress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35661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867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access for select partners and integrations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3708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explore a partnership or pilot?   Jason L. Smith  |  jls@strategic.dk  |  strategic.dk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STRATAGENT — The Intelligence Behind Agentic Sales</dc:title>
  <dc:subject>PptxGenJS Presentation</dc:subject>
  <dc:creator>Jason L. Smith | Strategic Sales International ApS</dc:creator>
  <cp:lastModifiedBy>Jason L. Smith | Strategic Sales International ApS</cp:lastModifiedBy>
  <cp:revision>1</cp:revision>
  <dcterms:created xsi:type="dcterms:W3CDTF">2026-06-07T15:25:39Z</dcterms:created>
  <dcterms:modified xsi:type="dcterms:W3CDTF">2026-06-07T15:25:39Z</dcterms:modified>
</cp:coreProperties>
</file>